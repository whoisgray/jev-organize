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All hands - July 2026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Thursday 30 July 2026, 16:00, Avonmouth canteen and online</a:t>
            </a:r>
          </a:p>
          <a:p>
            <a:r>
              <a:rPr lang="en-GB" sz="1600"/>
              <a:t>• Helen Marsh and the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First half in numbers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Revenue £2.54m, just ahead of plan</a:t>
            </a:r>
          </a:p>
          <a:p>
            <a:r>
              <a:rPr lang="en-GB" sz="1600"/>
              <a:t>• 41,300 customer orders shipped from Avonmouth</a:t>
            </a:r>
          </a:p>
          <a:p>
            <a:r>
              <a:rPr lang="en-GB" sz="1600"/>
              <a:t>• Average product review score 4.6 out of 5</a:t>
            </a:r>
          </a:p>
          <a:p>
            <a:r>
              <a:rPr lang="en-GB" sz="1600"/>
              <a:t>• Returns down from 7.4% to 6.1%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Big wins so far this year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Moved into the Avonmouth warehouse - pick rate up by almost 50%</a:t>
            </a:r>
          </a:p>
          <a:p>
            <a:r>
              <a:rPr lang="en-GB" sz="1600"/>
              <a:t>• Two-year fabric deal signed with our main mill</a:t>
            </a:r>
          </a:p>
          <a:p>
            <a:r>
              <a:rPr lang="en-GB" sz="1600"/>
              <a:t>• New checkout live - faster and fewer abandoned baskets</a:t>
            </a:r>
          </a:p>
          <a:p>
            <a:r>
              <a:rPr lang="en-GB" sz="1600"/>
              <a:t>• New high-street retail partner signed for autumn (38 stores)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Q3 focus (see OKRs Q3 2026 on the shared drive)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Launch the AW26 "Into the Fells" campaign on 10 September</a:t>
            </a:r>
          </a:p>
          <a:p>
            <a:r>
              <a:rPr lang="en-GB" sz="1600"/>
              <a:t>• Get peak season ready: staffing, stock and carrier capacity</a:t>
            </a:r>
          </a:p>
          <a:p>
            <a:r>
              <a:rPr lang="en-GB" sz="1600"/>
              <a:t>• Ridgeback 2P round 2 samples and field tests</a:t>
            </a:r>
          </a:p>
          <a:p>
            <a:r>
              <a:rPr lang="en-GB" sz="1600"/>
              <a:t>• Every account on MFA and every person through phishing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Getting ready for peak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Peak runs 1 October to 23 December</a:t>
            </a:r>
          </a:p>
          <a:p>
            <a:r>
              <a:rPr lang="en-GB" sz="1600"/>
              <a:t>• Overtime rota for warehouse and support from October - sign up with your manager</a:t>
            </a:r>
          </a:p>
          <a:p>
            <a:r>
              <a:rPr lang="en-GB" sz="1600"/>
              <a:t>• 8 temporary warehouse staff from 12 October</a:t>
            </a:r>
          </a:p>
          <a:p>
            <a:r>
              <a:rPr lang="en-GB" sz="1600"/>
              <a:t>• Please book any October-November holiday by 31 August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Welcome to our new starters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Grace Fielding - Warehouse Operative</a:t>
            </a:r>
          </a:p>
          <a:p>
            <a:r>
              <a:rPr lang="en-GB" sz="1600"/>
              <a:t>• Kofi Mensah - Customer Support Advisor</a:t>
            </a:r>
          </a:p>
          <a:p>
            <a:r>
              <a:rPr lang="en-GB" sz="1600"/>
              <a:t>• Isla Grant - Junior Designer (placement year)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Reminders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Phishing awareness training: deadline 31 August</a:t>
            </a:r>
          </a:p>
          <a:p>
            <a:r>
              <a:rPr lang="en-GB" sz="1600"/>
              <a:t>• Christmas shutdown 24 December to 1 January - keep 3 days of holiday</a:t>
            </a:r>
          </a:p>
          <a:p>
            <a:r>
              <a:rPr lang="en-GB" sz="1600"/>
              <a:t>• Summer BBQ Friday 21 August at Avonmouth, families welcome</a:t>
            </a:r>
          </a:p>
          <a:p>
            <a:r>
              <a:rPr lang="en-GB" sz="1600"/>
              <a:t>• Staff sample sale 4 September, 50% off returns and samples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Questions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Ask now, or post anonymously in the all-hands question box</a:t>
            </a:r>
          </a:p>
          <a:p>
            <a:r>
              <a:rPr lang="en-GB" sz="1600"/>
              <a:t>• Slides will be on the shared drive under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A2E"/>
      </a:dk2>
      <a:lt2>
        <a:srgbClr val="EEEEEE"/>
      </a:lt2>
      <a:accent1>
        <a:srgbClr val="2F5D50"/>
      </a:accent1>
      <a:accent2>
        <a:srgbClr val="A86400"/>
      </a:accent2>
      <a:accent3>
        <a:srgbClr val="5C6770"/>
      </a:accent3>
      <a:accent4>
        <a:srgbClr val="2E7D4F"/>
      </a:accent4>
      <a:accent5>
        <a:srgbClr val="B3261E"/>
      </a:accent5>
      <a:accent6>
        <a:srgbClr val="6B6860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all hands july</dc:title>
</cp:coreProperties>
</file>